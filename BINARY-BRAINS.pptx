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102" autoAdjust="0"/>
    <p:restoredTop sz="94660"/>
  </p:normalViewPr>
  <p:slideViewPr>
    <p:cSldViewPr snapToGrid="0">
      <p:cViewPr>
        <p:scale>
          <a:sx n="96" d="100"/>
          <a:sy n="96" d="100"/>
        </p:scale>
        <p:origin x="-768"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F0F5D-D5CD-EE98-2FEF-78FAFD8280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2D4CBD-D601-265A-5060-661897D341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A65FAD-146C-7D98-EF0A-2A36BABAB72D}"/>
              </a:ext>
            </a:extLst>
          </p:cNvPr>
          <p:cNvSpPr>
            <a:spLocks noGrp="1"/>
          </p:cNvSpPr>
          <p:nvPr>
            <p:ph type="dt" sz="half" idx="10"/>
          </p:nvPr>
        </p:nvSpPr>
        <p:spPr/>
        <p:txBody>
          <a:bodyPr/>
          <a:lstStyle/>
          <a:p>
            <a:fld id="{3851B307-C715-4599-9C0D-1B23813A94C6}" type="datetimeFigureOut">
              <a:rPr lang="en-IN" smtClean="0"/>
              <a:t>12-07-2025</a:t>
            </a:fld>
            <a:endParaRPr lang="en-IN"/>
          </a:p>
        </p:txBody>
      </p:sp>
      <p:sp>
        <p:nvSpPr>
          <p:cNvPr id="5" name="Footer Placeholder 4">
            <a:extLst>
              <a:ext uri="{FF2B5EF4-FFF2-40B4-BE49-F238E27FC236}">
                <a16:creationId xmlns:a16="http://schemas.microsoft.com/office/drawing/2014/main" id="{F2C15B44-E75C-80D1-2B44-BC4F82D836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0D3888-BBB1-77A0-93DC-B7D852B6B0ED}"/>
              </a:ext>
            </a:extLst>
          </p:cNvPr>
          <p:cNvSpPr>
            <a:spLocks noGrp="1"/>
          </p:cNvSpPr>
          <p:nvPr>
            <p:ph type="sldNum" sz="quarter" idx="12"/>
          </p:nvPr>
        </p:nvSpPr>
        <p:spPr/>
        <p:txBody>
          <a:bodyPr/>
          <a:lstStyle/>
          <a:p>
            <a:fld id="{DF5D89AC-2A7F-48F5-B92B-58CDE2E72E37}" type="slidenum">
              <a:rPr lang="en-IN" smtClean="0"/>
              <a:t>‹#›</a:t>
            </a:fld>
            <a:endParaRPr lang="en-IN"/>
          </a:p>
        </p:txBody>
      </p:sp>
    </p:spTree>
    <p:extLst>
      <p:ext uri="{BB962C8B-B14F-4D97-AF65-F5344CB8AC3E}">
        <p14:creationId xmlns:p14="http://schemas.microsoft.com/office/powerpoint/2010/main" val="3403326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09B11-AACE-2024-7E59-D185B7B6BE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F7FD78-C504-B366-9322-B0A2438892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B91286-3DDA-907F-8D71-D945FADB6990}"/>
              </a:ext>
            </a:extLst>
          </p:cNvPr>
          <p:cNvSpPr>
            <a:spLocks noGrp="1"/>
          </p:cNvSpPr>
          <p:nvPr>
            <p:ph type="dt" sz="half" idx="10"/>
          </p:nvPr>
        </p:nvSpPr>
        <p:spPr/>
        <p:txBody>
          <a:bodyPr/>
          <a:lstStyle/>
          <a:p>
            <a:fld id="{3851B307-C715-4599-9C0D-1B23813A94C6}" type="datetimeFigureOut">
              <a:rPr lang="en-IN" smtClean="0"/>
              <a:t>12-07-2025</a:t>
            </a:fld>
            <a:endParaRPr lang="en-IN"/>
          </a:p>
        </p:txBody>
      </p:sp>
      <p:sp>
        <p:nvSpPr>
          <p:cNvPr id="5" name="Footer Placeholder 4">
            <a:extLst>
              <a:ext uri="{FF2B5EF4-FFF2-40B4-BE49-F238E27FC236}">
                <a16:creationId xmlns:a16="http://schemas.microsoft.com/office/drawing/2014/main" id="{30F2A9EB-C75E-2439-195D-6591B2AFB6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413C9C-082E-8860-25EB-56C2943E6A08}"/>
              </a:ext>
            </a:extLst>
          </p:cNvPr>
          <p:cNvSpPr>
            <a:spLocks noGrp="1"/>
          </p:cNvSpPr>
          <p:nvPr>
            <p:ph type="sldNum" sz="quarter" idx="12"/>
          </p:nvPr>
        </p:nvSpPr>
        <p:spPr/>
        <p:txBody>
          <a:bodyPr/>
          <a:lstStyle/>
          <a:p>
            <a:fld id="{DF5D89AC-2A7F-48F5-B92B-58CDE2E72E37}" type="slidenum">
              <a:rPr lang="en-IN" smtClean="0"/>
              <a:t>‹#›</a:t>
            </a:fld>
            <a:endParaRPr lang="en-IN"/>
          </a:p>
        </p:txBody>
      </p:sp>
    </p:spTree>
    <p:extLst>
      <p:ext uri="{BB962C8B-B14F-4D97-AF65-F5344CB8AC3E}">
        <p14:creationId xmlns:p14="http://schemas.microsoft.com/office/powerpoint/2010/main" val="2861123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F95CF-51D1-1371-1C86-4BA2FF53F5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BD999A-A8E3-02D9-32AA-5B0C926602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8C2D7A-4EB3-EDDA-59A0-F1B156CA6E15}"/>
              </a:ext>
            </a:extLst>
          </p:cNvPr>
          <p:cNvSpPr>
            <a:spLocks noGrp="1"/>
          </p:cNvSpPr>
          <p:nvPr>
            <p:ph type="dt" sz="half" idx="10"/>
          </p:nvPr>
        </p:nvSpPr>
        <p:spPr/>
        <p:txBody>
          <a:bodyPr/>
          <a:lstStyle/>
          <a:p>
            <a:fld id="{3851B307-C715-4599-9C0D-1B23813A94C6}" type="datetimeFigureOut">
              <a:rPr lang="en-IN" smtClean="0"/>
              <a:t>12-07-2025</a:t>
            </a:fld>
            <a:endParaRPr lang="en-IN"/>
          </a:p>
        </p:txBody>
      </p:sp>
      <p:sp>
        <p:nvSpPr>
          <p:cNvPr id="5" name="Footer Placeholder 4">
            <a:extLst>
              <a:ext uri="{FF2B5EF4-FFF2-40B4-BE49-F238E27FC236}">
                <a16:creationId xmlns:a16="http://schemas.microsoft.com/office/drawing/2014/main" id="{AF1FF633-7BA2-E51A-160C-4C4D2A115C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C581F8-8584-6F7F-9C47-55EB7C4C31DF}"/>
              </a:ext>
            </a:extLst>
          </p:cNvPr>
          <p:cNvSpPr>
            <a:spLocks noGrp="1"/>
          </p:cNvSpPr>
          <p:nvPr>
            <p:ph type="sldNum" sz="quarter" idx="12"/>
          </p:nvPr>
        </p:nvSpPr>
        <p:spPr/>
        <p:txBody>
          <a:bodyPr/>
          <a:lstStyle/>
          <a:p>
            <a:fld id="{DF5D89AC-2A7F-48F5-B92B-58CDE2E72E37}" type="slidenum">
              <a:rPr lang="en-IN" smtClean="0"/>
              <a:t>‹#›</a:t>
            </a:fld>
            <a:endParaRPr lang="en-IN"/>
          </a:p>
        </p:txBody>
      </p:sp>
    </p:spTree>
    <p:extLst>
      <p:ext uri="{BB962C8B-B14F-4D97-AF65-F5344CB8AC3E}">
        <p14:creationId xmlns:p14="http://schemas.microsoft.com/office/powerpoint/2010/main" val="3405784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E6B65-2AFB-D5AF-FBD6-9D359A7375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C27D43-64E0-6107-EC01-D94D953037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9E5B741-0AD2-249E-8755-36B0BD2C18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5C0AAB-C8BA-8316-46FF-D8E413BB10FB}"/>
              </a:ext>
            </a:extLst>
          </p:cNvPr>
          <p:cNvSpPr>
            <a:spLocks noGrp="1"/>
          </p:cNvSpPr>
          <p:nvPr>
            <p:ph type="dt" sz="half" idx="10"/>
          </p:nvPr>
        </p:nvSpPr>
        <p:spPr/>
        <p:txBody>
          <a:bodyPr/>
          <a:lstStyle/>
          <a:p>
            <a:fld id="{3851B307-C715-4599-9C0D-1B23813A94C6}" type="datetimeFigureOut">
              <a:rPr lang="en-IN" smtClean="0"/>
              <a:t>12-07-2025</a:t>
            </a:fld>
            <a:endParaRPr lang="en-IN"/>
          </a:p>
        </p:txBody>
      </p:sp>
      <p:sp>
        <p:nvSpPr>
          <p:cNvPr id="6" name="Footer Placeholder 5">
            <a:extLst>
              <a:ext uri="{FF2B5EF4-FFF2-40B4-BE49-F238E27FC236}">
                <a16:creationId xmlns:a16="http://schemas.microsoft.com/office/drawing/2014/main" id="{89EF6AD0-19CF-EDF0-72C8-0AFCC16229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F3B10B-045F-0D2C-BD5A-FF908F6D6663}"/>
              </a:ext>
            </a:extLst>
          </p:cNvPr>
          <p:cNvSpPr>
            <a:spLocks noGrp="1"/>
          </p:cNvSpPr>
          <p:nvPr>
            <p:ph type="sldNum" sz="quarter" idx="12"/>
          </p:nvPr>
        </p:nvSpPr>
        <p:spPr/>
        <p:txBody>
          <a:bodyPr/>
          <a:lstStyle/>
          <a:p>
            <a:fld id="{DF5D89AC-2A7F-48F5-B92B-58CDE2E72E37}" type="slidenum">
              <a:rPr lang="en-IN" smtClean="0"/>
              <a:t>‹#›</a:t>
            </a:fld>
            <a:endParaRPr lang="en-IN"/>
          </a:p>
        </p:txBody>
      </p:sp>
    </p:spTree>
    <p:extLst>
      <p:ext uri="{BB962C8B-B14F-4D97-AF65-F5344CB8AC3E}">
        <p14:creationId xmlns:p14="http://schemas.microsoft.com/office/powerpoint/2010/main" val="2856497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F9016-C451-AC68-F430-58B0997595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F20DCC-E708-EC11-AE0E-2DD93CC8B6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76C867-53E3-DF5D-13FC-2F0832CBFB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DA841E-6FD6-7719-9332-0C1BBE0C78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C108D7-F57A-C196-C69E-545B68C009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964B4C-AA42-B15A-6CC0-3891B44B408B}"/>
              </a:ext>
            </a:extLst>
          </p:cNvPr>
          <p:cNvSpPr>
            <a:spLocks noGrp="1"/>
          </p:cNvSpPr>
          <p:nvPr>
            <p:ph type="dt" sz="half" idx="10"/>
          </p:nvPr>
        </p:nvSpPr>
        <p:spPr/>
        <p:txBody>
          <a:bodyPr/>
          <a:lstStyle/>
          <a:p>
            <a:fld id="{3851B307-C715-4599-9C0D-1B23813A94C6}" type="datetimeFigureOut">
              <a:rPr lang="en-IN" smtClean="0"/>
              <a:t>12-07-2025</a:t>
            </a:fld>
            <a:endParaRPr lang="en-IN"/>
          </a:p>
        </p:txBody>
      </p:sp>
      <p:sp>
        <p:nvSpPr>
          <p:cNvPr id="8" name="Footer Placeholder 7">
            <a:extLst>
              <a:ext uri="{FF2B5EF4-FFF2-40B4-BE49-F238E27FC236}">
                <a16:creationId xmlns:a16="http://schemas.microsoft.com/office/drawing/2014/main" id="{D6DC6B29-5C74-E8CC-A380-25770523D13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D8CF15B-1F6E-A386-8C57-068F268DAE48}"/>
              </a:ext>
            </a:extLst>
          </p:cNvPr>
          <p:cNvSpPr>
            <a:spLocks noGrp="1"/>
          </p:cNvSpPr>
          <p:nvPr>
            <p:ph type="sldNum" sz="quarter" idx="12"/>
          </p:nvPr>
        </p:nvSpPr>
        <p:spPr/>
        <p:txBody>
          <a:bodyPr/>
          <a:lstStyle/>
          <a:p>
            <a:fld id="{DF5D89AC-2A7F-48F5-B92B-58CDE2E72E37}" type="slidenum">
              <a:rPr lang="en-IN" smtClean="0"/>
              <a:t>‹#›</a:t>
            </a:fld>
            <a:endParaRPr lang="en-IN"/>
          </a:p>
        </p:txBody>
      </p:sp>
    </p:spTree>
    <p:extLst>
      <p:ext uri="{BB962C8B-B14F-4D97-AF65-F5344CB8AC3E}">
        <p14:creationId xmlns:p14="http://schemas.microsoft.com/office/powerpoint/2010/main" val="4242099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13AB3-06C6-EA08-2D35-B35DDA240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00E524-A103-1521-9601-8850FE2B0B77}"/>
              </a:ext>
            </a:extLst>
          </p:cNvPr>
          <p:cNvSpPr>
            <a:spLocks noGrp="1"/>
          </p:cNvSpPr>
          <p:nvPr>
            <p:ph type="dt" sz="half" idx="10"/>
          </p:nvPr>
        </p:nvSpPr>
        <p:spPr/>
        <p:txBody>
          <a:bodyPr/>
          <a:lstStyle/>
          <a:p>
            <a:fld id="{3851B307-C715-4599-9C0D-1B23813A94C6}" type="datetimeFigureOut">
              <a:rPr lang="en-IN" smtClean="0"/>
              <a:t>12-07-2025</a:t>
            </a:fld>
            <a:endParaRPr lang="en-IN"/>
          </a:p>
        </p:txBody>
      </p:sp>
      <p:sp>
        <p:nvSpPr>
          <p:cNvPr id="4" name="Footer Placeholder 3">
            <a:extLst>
              <a:ext uri="{FF2B5EF4-FFF2-40B4-BE49-F238E27FC236}">
                <a16:creationId xmlns:a16="http://schemas.microsoft.com/office/drawing/2014/main" id="{B308AB61-07E1-66F8-3A82-B6D2BACE4C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D088E6B-9C53-F273-7546-33AC3B7A6ACC}"/>
              </a:ext>
            </a:extLst>
          </p:cNvPr>
          <p:cNvSpPr>
            <a:spLocks noGrp="1"/>
          </p:cNvSpPr>
          <p:nvPr>
            <p:ph type="sldNum" sz="quarter" idx="12"/>
          </p:nvPr>
        </p:nvSpPr>
        <p:spPr/>
        <p:txBody>
          <a:bodyPr/>
          <a:lstStyle/>
          <a:p>
            <a:fld id="{DF5D89AC-2A7F-48F5-B92B-58CDE2E72E37}" type="slidenum">
              <a:rPr lang="en-IN" smtClean="0"/>
              <a:t>‹#›</a:t>
            </a:fld>
            <a:endParaRPr lang="en-IN"/>
          </a:p>
        </p:txBody>
      </p:sp>
    </p:spTree>
    <p:extLst>
      <p:ext uri="{BB962C8B-B14F-4D97-AF65-F5344CB8AC3E}">
        <p14:creationId xmlns:p14="http://schemas.microsoft.com/office/powerpoint/2010/main" val="2877687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B841C-0DE2-348C-A517-022CA364684E}"/>
              </a:ext>
            </a:extLst>
          </p:cNvPr>
          <p:cNvSpPr>
            <a:spLocks noGrp="1"/>
          </p:cNvSpPr>
          <p:nvPr>
            <p:ph type="dt" sz="half" idx="10"/>
          </p:nvPr>
        </p:nvSpPr>
        <p:spPr/>
        <p:txBody>
          <a:bodyPr/>
          <a:lstStyle/>
          <a:p>
            <a:fld id="{3851B307-C715-4599-9C0D-1B23813A94C6}" type="datetimeFigureOut">
              <a:rPr lang="en-IN" smtClean="0"/>
              <a:t>12-07-2025</a:t>
            </a:fld>
            <a:endParaRPr lang="en-IN"/>
          </a:p>
        </p:txBody>
      </p:sp>
      <p:sp>
        <p:nvSpPr>
          <p:cNvPr id="3" name="Footer Placeholder 2">
            <a:extLst>
              <a:ext uri="{FF2B5EF4-FFF2-40B4-BE49-F238E27FC236}">
                <a16:creationId xmlns:a16="http://schemas.microsoft.com/office/drawing/2014/main" id="{8FB43D03-D6EF-60B1-88A6-E930B1E864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C5D9833-1723-9539-DE2A-2668D4717A22}"/>
              </a:ext>
            </a:extLst>
          </p:cNvPr>
          <p:cNvSpPr>
            <a:spLocks noGrp="1"/>
          </p:cNvSpPr>
          <p:nvPr>
            <p:ph type="sldNum" sz="quarter" idx="12"/>
          </p:nvPr>
        </p:nvSpPr>
        <p:spPr/>
        <p:txBody>
          <a:bodyPr/>
          <a:lstStyle/>
          <a:p>
            <a:fld id="{DF5D89AC-2A7F-48F5-B92B-58CDE2E72E37}" type="slidenum">
              <a:rPr lang="en-IN" smtClean="0"/>
              <a:t>‹#›</a:t>
            </a:fld>
            <a:endParaRPr lang="en-IN"/>
          </a:p>
        </p:txBody>
      </p:sp>
    </p:spTree>
    <p:extLst>
      <p:ext uri="{BB962C8B-B14F-4D97-AF65-F5344CB8AC3E}">
        <p14:creationId xmlns:p14="http://schemas.microsoft.com/office/powerpoint/2010/main" val="2228860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3E7A5-26AE-CFC0-8DF8-CB4A191FE6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6CB1324-8D9A-AF85-F67E-A00042DFD0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53D201-0E46-B74E-6EB2-19673925EB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5B4A1D-0059-39AD-5A6D-24B3CD9A8F9E}"/>
              </a:ext>
            </a:extLst>
          </p:cNvPr>
          <p:cNvSpPr>
            <a:spLocks noGrp="1"/>
          </p:cNvSpPr>
          <p:nvPr>
            <p:ph type="dt" sz="half" idx="10"/>
          </p:nvPr>
        </p:nvSpPr>
        <p:spPr/>
        <p:txBody>
          <a:bodyPr/>
          <a:lstStyle/>
          <a:p>
            <a:fld id="{3851B307-C715-4599-9C0D-1B23813A94C6}" type="datetimeFigureOut">
              <a:rPr lang="en-IN" smtClean="0"/>
              <a:t>12-07-2025</a:t>
            </a:fld>
            <a:endParaRPr lang="en-IN"/>
          </a:p>
        </p:txBody>
      </p:sp>
      <p:sp>
        <p:nvSpPr>
          <p:cNvPr id="6" name="Footer Placeholder 5">
            <a:extLst>
              <a:ext uri="{FF2B5EF4-FFF2-40B4-BE49-F238E27FC236}">
                <a16:creationId xmlns:a16="http://schemas.microsoft.com/office/drawing/2014/main" id="{3A4BAA16-E308-8A42-DAF9-C6C19F4D32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23F251-78F2-6CD5-1B94-A8238036F404}"/>
              </a:ext>
            </a:extLst>
          </p:cNvPr>
          <p:cNvSpPr>
            <a:spLocks noGrp="1"/>
          </p:cNvSpPr>
          <p:nvPr>
            <p:ph type="sldNum" sz="quarter" idx="12"/>
          </p:nvPr>
        </p:nvSpPr>
        <p:spPr/>
        <p:txBody>
          <a:bodyPr/>
          <a:lstStyle/>
          <a:p>
            <a:fld id="{DF5D89AC-2A7F-48F5-B92B-58CDE2E72E37}" type="slidenum">
              <a:rPr lang="en-IN" smtClean="0"/>
              <a:t>‹#›</a:t>
            </a:fld>
            <a:endParaRPr lang="en-IN"/>
          </a:p>
        </p:txBody>
      </p:sp>
    </p:spTree>
    <p:extLst>
      <p:ext uri="{BB962C8B-B14F-4D97-AF65-F5344CB8AC3E}">
        <p14:creationId xmlns:p14="http://schemas.microsoft.com/office/powerpoint/2010/main" val="2775829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B0FCD-A154-29DF-AEF1-09EE9B0295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C5AA10-D00D-0C15-44DB-3CCC8044AD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8768A1-37B7-9410-1327-2009091452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E1958C-A52B-1E81-FC5B-5FE9DB9458D4}"/>
              </a:ext>
            </a:extLst>
          </p:cNvPr>
          <p:cNvSpPr>
            <a:spLocks noGrp="1"/>
          </p:cNvSpPr>
          <p:nvPr>
            <p:ph type="dt" sz="half" idx="10"/>
          </p:nvPr>
        </p:nvSpPr>
        <p:spPr/>
        <p:txBody>
          <a:bodyPr/>
          <a:lstStyle/>
          <a:p>
            <a:fld id="{3851B307-C715-4599-9C0D-1B23813A94C6}" type="datetimeFigureOut">
              <a:rPr lang="en-IN" smtClean="0"/>
              <a:t>12-07-2025</a:t>
            </a:fld>
            <a:endParaRPr lang="en-IN"/>
          </a:p>
        </p:txBody>
      </p:sp>
      <p:sp>
        <p:nvSpPr>
          <p:cNvPr id="6" name="Footer Placeholder 5">
            <a:extLst>
              <a:ext uri="{FF2B5EF4-FFF2-40B4-BE49-F238E27FC236}">
                <a16:creationId xmlns:a16="http://schemas.microsoft.com/office/drawing/2014/main" id="{56A4D991-7860-C6B1-E1DB-688C40A1A2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2309B2-64CC-4515-4D87-CC2E42AC3439}"/>
              </a:ext>
            </a:extLst>
          </p:cNvPr>
          <p:cNvSpPr>
            <a:spLocks noGrp="1"/>
          </p:cNvSpPr>
          <p:nvPr>
            <p:ph type="sldNum" sz="quarter" idx="12"/>
          </p:nvPr>
        </p:nvSpPr>
        <p:spPr/>
        <p:txBody>
          <a:bodyPr/>
          <a:lstStyle/>
          <a:p>
            <a:fld id="{DF5D89AC-2A7F-48F5-B92B-58CDE2E72E37}" type="slidenum">
              <a:rPr lang="en-IN" smtClean="0"/>
              <a:t>‹#›</a:t>
            </a:fld>
            <a:endParaRPr lang="en-IN"/>
          </a:p>
        </p:txBody>
      </p:sp>
    </p:spTree>
    <p:extLst>
      <p:ext uri="{BB962C8B-B14F-4D97-AF65-F5344CB8AC3E}">
        <p14:creationId xmlns:p14="http://schemas.microsoft.com/office/powerpoint/2010/main" val="4130837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A78BC-1ABB-B1EC-205B-F5702BA6741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65C43C-D861-1D35-0C8D-1A791281C5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D191A0-CFC0-2165-9A2E-BF1F68214A2D}"/>
              </a:ext>
            </a:extLst>
          </p:cNvPr>
          <p:cNvSpPr>
            <a:spLocks noGrp="1"/>
          </p:cNvSpPr>
          <p:nvPr>
            <p:ph type="dt" sz="half" idx="10"/>
          </p:nvPr>
        </p:nvSpPr>
        <p:spPr/>
        <p:txBody>
          <a:bodyPr/>
          <a:lstStyle/>
          <a:p>
            <a:fld id="{3851B307-C715-4599-9C0D-1B23813A94C6}" type="datetimeFigureOut">
              <a:rPr lang="en-IN" smtClean="0"/>
              <a:t>12-07-2025</a:t>
            </a:fld>
            <a:endParaRPr lang="en-IN"/>
          </a:p>
        </p:txBody>
      </p:sp>
      <p:sp>
        <p:nvSpPr>
          <p:cNvPr id="5" name="Footer Placeholder 4">
            <a:extLst>
              <a:ext uri="{FF2B5EF4-FFF2-40B4-BE49-F238E27FC236}">
                <a16:creationId xmlns:a16="http://schemas.microsoft.com/office/drawing/2014/main" id="{E1F9E242-FD88-F153-9257-91A7D4E00A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1641AB-6ED5-071E-F94A-20D126A8E106}"/>
              </a:ext>
            </a:extLst>
          </p:cNvPr>
          <p:cNvSpPr>
            <a:spLocks noGrp="1"/>
          </p:cNvSpPr>
          <p:nvPr>
            <p:ph type="sldNum" sz="quarter" idx="12"/>
          </p:nvPr>
        </p:nvSpPr>
        <p:spPr/>
        <p:txBody>
          <a:bodyPr/>
          <a:lstStyle/>
          <a:p>
            <a:fld id="{DF5D89AC-2A7F-48F5-B92B-58CDE2E72E37}" type="slidenum">
              <a:rPr lang="en-IN" smtClean="0"/>
              <a:t>‹#›</a:t>
            </a:fld>
            <a:endParaRPr lang="en-IN"/>
          </a:p>
        </p:txBody>
      </p:sp>
    </p:spTree>
    <p:extLst>
      <p:ext uri="{BB962C8B-B14F-4D97-AF65-F5344CB8AC3E}">
        <p14:creationId xmlns:p14="http://schemas.microsoft.com/office/powerpoint/2010/main" val="603548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65E39B-8C02-D571-1CC6-427DABA495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97F70D-90B6-94DF-E05C-0785C49436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01418C-476D-66A6-9FB5-2958E32BA488}"/>
              </a:ext>
            </a:extLst>
          </p:cNvPr>
          <p:cNvSpPr>
            <a:spLocks noGrp="1"/>
          </p:cNvSpPr>
          <p:nvPr>
            <p:ph type="dt" sz="half" idx="10"/>
          </p:nvPr>
        </p:nvSpPr>
        <p:spPr/>
        <p:txBody>
          <a:bodyPr/>
          <a:lstStyle/>
          <a:p>
            <a:fld id="{3851B307-C715-4599-9C0D-1B23813A94C6}" type="datetimeFigureOut">
              <a:rPr lang="en-IN" smtClean="0"/>
              <a:t>12-07-2025</a:t>
            </a:fld>
            <a:endParaRPr lang="en-IN"/>
          </a:p>
        </p:txBody>
      </p:sp>
      <p:sp>
        <p:nvSpPr>
          <p:cNvPr id="5" name="Footer Placeholder 4">
            <a:extLst>
              <a:ext uri="{FF2B5EF4-FFF2-40B4-BE49-F238E27FC236}">
                <a16:creationId xmlns:a16="http://schemas.microsoft.com/office/drawing/2014/main" id="{77E9F4C6-13DE-3358-1C49-9259656177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C77514-FAB4-50C1-CDBF-CC4CF1AB4804}"/>
              </a:ext>
            </a:extLst>
          </p:cNvPr>
          <p:cNvSpPr>
            <a:spLocks noGrp="1"/>
          </p:cNvSpPr>
          <p:nvPr>
            <p:ph type="sldNum" sz="quarter" idx="12"/>
          </p:nvPr>
        </p:nvSpPr>
        <p:spPr/>
        <p:txBody>
          <a:bodyPr/>
          <a:lstStyle/>
          <a:p>
            <a:fld id="{DF5D89AC-2A7F-48F5-B92B-58CDE2E72E37}" type="slidenum">
              <a:rPr lang="en-IN" smtClean="0"/>
              <a:t>‹#›</a:t>
            </a:fld>
            <a:endParaRPr lang="en-IN"/>
          </a:p>
        </p:txBody>
      </p:sp>
    </p:spTree>
    <p:extLst>
      <p:ext uri="{BB962C8B-B14F-4D97-AF65-F5344CB8AC3E}">
        <p14:creationId xmlns:p14="http://schemas.microsoft.com/office/powerpoint/2010/main" val="344908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75DB92-BAE2-B9A1-26F0-E6038C1973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1F9F35-0E04-BB3B-8D37-6C49F6546D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F3E61D-4B12-6ACF-3709-6B1BEC33C4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51B307-C715-4599-9C0D-1B23813A94C6}" type="datetimeFigureOut">
              <a:rPr lang="en-IN" smtClean="0"/>
              <a:t>12-07-2025</a:t>
            </a:fld>
            <a:endParaRPr lang="en-IN"/>
          </a:p>
        </p:txBody>
      </p:sp>
      <p:sp>
        <p:nvSpPr>
          <p:cNvPr id="5" name="Footer Placeholder 4">
            <a:extLst>
              <a:ext uri="{FF2B5EF4-FFF2-40B4-BE49-F238E27FC236}">
                <a16:creationId xmlns:a16="http://schemas.microsoft.com/office/drawing/2014/main" id="{DC68529A-DEC2-2528-D673-A68A1BD115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0B337C5-2235-14B2-839B-40ED67F029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5D89AC-2A7F-48F5-B92B-58CDE2E72E37}" type="slidenum">
              <a:rPr lang="en-IN" smtClean="0"/>
              <a:t>‹#›</a:t>
            </a:fld>
            <a:endParaRPr lang="en-IN"/>
          </a:p>
        </p:txBody>
      </p:sp>
    </p:spTree>
    <p:extLst>
      <p:ext uri="{BB962C8B-B14F-4D97-AF65-F5344CB8AC3E}">
        <p14:creationId xmlns:p14="http://schemas.microsoft.com/office/powerpoint/2010/main" val="1396496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2CDD6-943D-3623-FFCB-647C2F99C5F7}"/>
              </a:ext>
            </a:extLst>
          </p:cNvPr>
          <p:cNvSpPr>
            <a:spLocks noGrp="1"/>
          </p:cNvSpPr>
          <p:nvPr>
            <p:ph type="ctrTitle"/>
          </p:nvPr>
        </p:nvSpPr>
        <p:spPr>
          <a:xfrm>
            <a:off x="509286" y="1605931"/>
            <a:ext cx="10283405" cy="2387600"/>
          </a:xfrm>
        </p:spPr>
        <p:txBody>
          <a:bodyPr>
            <a:normAutofit fontScale="90000"/>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r>
              <a:rPr lang="en-US" b="1" dirty="0">
                <a:latin typeface="Times New Roman" panose="02020603050405020304" pitchFamily="18" charset="0"/>
                <a:cs typeface="Times New Roman" panose="02020603050405020304" pitchFamily="18" charset="0"/>
              </a:rPr>
              <a:t>Smart Product Labeling and Traceability System for Quality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Control Automation</a:t>
            </a:r>
            <a:br>
              <a:rPr lang="en-US" dirty="0"/>
            </a:br>
            <a:endParaRPr lang="en-IN" dirty="0"/>
          </a:p>
        </p:txBody>
      </p:sp>
      <p:sp>
        <p:nvSpPr>
          <p:cNvPr id="3" name="Subtitle 2">
            <a:extLst>
              <a:ext uri="{FF2B5EF4-FFF2-40B4-BE49-F238E27FC236}">
                <a16:creationId xmlns:a16="http://schemas.microsoft.com/office/drawing/2014/main" id="{D56FE6FB-9C8F-94BB-E4CA-7B32D74415A9}"/>
              </a:ext>
            </a:extLst>
          </p:cNvPr>
          <p:cNvSpPr>
            <a:spLocks noGrp="1"/>
          </p:cNvSpPr>
          <p:nvPr>
            <p:ph type="subTitle" idx="1"/>
          </p:nvPr>
        </p:nvSpPr>
        <p:spPr>
          <a:xfrm>
            <a:off x="789710" y="3830638"/>
            <a:ext cx="9556172" cy="3120880"/>
          </a:xfrm>
        </p:spPr>
        <p:txBody>
          <a:bodyPr>
            <a:normAutofit/>
          </a:bodyPr>
          <a:lstStyle/>
          <a:p>
            <a:pPr algn="l"/>
            <a:r>
              <a:rPr lang="en-IN" dirty="0"/>
              <a:t>SUBMITTED BY:                                                                       MENTOR:</a:t>
            </a:r>
          </a:p>
          <a:p>
            <a:pPr algn="l"/>
            <a:r>
              <a:rPr lang="en-IN" dirty="0"/>
              <a:t>       SHRUSTI                                                                    PROF. SHOBHANA</a:t>
            </a:r>
          </a:p>
          <a:p>
            <a:pPr algn="l"/>
            <a:r>
              <a:rPr lang="en-IN" dirty="0"/>
              <a:t>       ROOPA</a:t>
            </a:r>
          </a:p>
          <a:p>
            <a:pPr algn="l"/>
            <a:r>
              <a:rPr lang="en-IN" dirty="0"/>
              <a:t>VAISHNAVI S DHALI</a:t>
            </a:r>
          </a:p>
          <a:p>
            <a:pPr algn="l"/>
            <a:r>
              <a:rPr lang="en-IN" dirty="0"/>
              <a:t>                                                                     </a:t>
            </a:r>
          </a:p>
          <a:p>
            <a:pPr algn="l"/>
            <a:r>
              <a:rPr lang="en-IN" dirty="0"/>
              <a:t> </a:t>
            </a:r>
          </a:p>
          <a:p>
            <a:pPr algn="l"/>
            <a:endParaRPr lang="en-IN" dirty="0"/>
          </a:p>
          <a:p>
            <a:endParaRPr lang="en-US" dirty="0"/>
          </a:p>
        </p:txBody>
      </p:sp>
    </p:spTree>
    <p:extLst>
      <p:ext uri="{BB962C8B-B14F-4D97-AF65-F5344CB8AC3E}">
        <p14:creationId xmlns:p14="http://schemas.microsoft.com/office/powerpoint/2010/main" val="154763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02912-39FF-06E9-7681-91CE1B580354}"/>
              </a:ext>
            </a:extLst>
          </p:cNvPr>
          <p:cNvSpPr>
            <a:spLocks noGrp="1"/>
          </p:cNvSpPr>
          <p:nvPr>
            <p:ph type="title"/>
          </p:nvPr>
        </p:nvSpPr>
        <p:spPr/>
        <p:txBody>
          <a:bodyPr/>
          <a:lstStyle/>
          <a:p>
            <a:pPr algn="ctr"/>
            <a:r>
              <a:rPr lang="en-US" b="1" dirty="0"/>
              <a:t>INTRODUCTION</a:t>
            </a:r>
            <a:endParaRPr lang="en-IN" b="1" dirty="0"/>
          </a:p>
        </p:txBody>
      </p:sp>
      <p:sp>
        <p:nvSpPr>
          <p:cNvPr id="3" name="Content Placeholder 2">
            <a:extLst>
              <a:ext uri="{FF2B5EF4-FFF2-40B4-BE49-F238E27FC236}">
                <a16:creationId xmlns:a16="http://schemas.microsoft.com/office/drawing/2014/main" id="{C36AE8BC-6185-A615-9656-EFD0FCE39CA7}"/>
              </a:ext>
            </a:extLst>
          </p:cNvPr>
          <p:cNvSpPr>
            <a:spLocks noGrp="1"/>
          </p:cNvSpPr>
          <p:nvPr>
            <p:ph idx="1"/>
          </p:nvPr>
        </p:nvSpPr>
        <p:spPr/>
        <p:txBody>
          <a:bodyPr>
            <a:normAutofit fontScale="85000" lnSpcReduction="20000"/>
          </a:bodyPr>
          <a:lstStyle/>
          <a:p>
            <a:r>
              <a:rPr lang="en-US" b="1" dirty="0"/>
              <a:t>Definition of Smart Labeling</a:t>
            </a:r>
          </a:p>
          <a:p>
            <a:pPr marL="0" indent="0">
              <a:buNone/>
            </a:pPr>
            <a:r>
              <a:rPr lang="en-US" dirty="0"/>
              <a:t>Smart labeling involves the use of innovative technologies such as QR codes, RFID, and IoT sensors to track products in real-time, enhancing visibility throughout the supply chain.</a:t>
            </a:r>
          </a:p>
          <a:p>
            <a:endParaRPr lang="en-US" dirty="0"/>
          </a:p>
          <a:p>
            <a:r>
              <a:rPr lang="en-US" b="1" dirty="0"/>
              <a:t>Importance of Traceability</a:t>
            </a:r>
          </a:p>
          <a:p>
            <a:pPr marL="0" indent="0">
              <a:buNone/>
            </a:pPr>
            <a:r>
              <a:rPr lang="en-US" dirty="0"/>
              <a:t>Traceability is critical for ensuring product quality and safety. It allows companies to track products from origin to end-user, facilitating quick recalls when necessary.</a:t>
            </a:r>
          </a:p>
          <a:p>
            <a:endParaRPr lang="en-US" dirty="0"/>
          </a:p>
          <a:p>
            <a:r>
              <a:rPr lang="en-US" b="1" dirty="0"/>
              <a:t>Automation in Quality Control</a:t>
            </a:r>
          </a:p>
          <a:p>
            <a:pPr marL="0" indent="0">
              <a:buNone/>
            </a:pPr>
            <a:r>
              <a:rPr lang="en-US" dirty="0"/>
              <a:t>Implementing automated systems in quality control processes minimizes human error, improves efficiency, and ensures consistent quality in manufacturing and distribution.</a:t>
            </a:r>
            <a:endParaRPr lang="en-IN" dirty="0"/>
          </a:p>
        </p:txBody>
      </p:sp>
    </p:spTree>
    <p:extLst>
      <p:ext uri="{BB962C8B-B14F-4D97-AF65-F5344CB8AC3E}">
        <p14:creationId xmlns:p14="http://schemas.microsoft.com/office/powerpoint/2010/main" val="118412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14D08-5A1E-6DA0-7D45-674947623141}"/>
              </a:ext>
            </a:extLst>
          </p:cNvPr>
          <p:cNvSpPr>
            <a:spLocks noGrp="1"/>
          </p:cNvSpPr>
          <p:nvPr>
            <p:ph type="title"/>
          </p:nvPr>
        </p:nvSpPr>
        <p:spPr/>
        <p:txBody>
          <a:bodyPr/>
          <a:lstStyle/>
          <a:p>
            <a:pPr algn="ctr"/>
            <a:r>
              <a:rPr lang="en-US" b="1" dirty="0"/>
              <a:t>OBJECTIVES</a:t>
            </a:r>
            <a:endParaRPr lang="en-IN" b="1" dirty="0"/>
          </a:p>
        </p:txBody>
      </p:sp>
      <p:sp>
        <p:nvSpPr>
          <p:cNvPr id="3" name="Content Placeholder 2">
            <a:extLst>
              <a:ext uri="{FF2B5EF4-FFF2-40B4-BE49-F238E27FC236}">
                <a16:creationId xmlns:a16="http://schemas.microsoft.com/office/drawing/2014/main" id="{FABEF68C-33F5-F698-1927-89B5E79D5607}"/>
              </a:ext>
            </a:extLst>
          </p:cNvPr>
          <p:cNvSpPr>
            <a:spLocks noGrp="1"/>
          </p:cNvSpPr>
          <p:nvPr>
            <p:ph idx="1"/>
          </p:nvPr>
        </p:nvSpPr>
        <p:spPr/>
        <p:txBody>
          <a:bodyPr>
            <a:normAutofit fontScale="92500" lnSpcReduction="20000"/>
          </a:bodyPr>
          <a:lstStyle/>
          <a:p>
            <a:pPr algn="just"/>
            <a:r>
              <a:rPr lang="en-US" b="1" dirty="0"/>
              <a:t>Automate Product Labeling Process:</a:t>
            </a:r>
          </a:p>
          <a:p>
            <a:pPr marL="0" indent="0" algn="just">
              <a:buNone/>
            </a:pPr>
            <a:r>
              <a:rPr lang="en-US" dirty="0"/>
              <a:t>Implement smart labeling technologies (e.g., QR codes, RFID) to ensure accurate and consistent labeling of products in real-time.</a:t>
            </a:r>
          </a:p>
          <a:p>
            <a:pPr algn="just"/>
            <a:endParaRPr lang="en-US" dirty="0"/>
          </a:p>
          <a:p>
            <a:pPr algn="just"/>
            <a:r>
              <a:rPr lang="en-US" b="1" dirty="0"/>
              <a:t>Enhance Traceability:</a:t>
            </a:r>
          </a:p>
          <a:p>
            <a:pPr marL="0" indent="0" algn="just">
              <a:buNone/>
            </a:pPr>
            <a:r>
              <a:rPr lang="en-US" dirty="0"/>
              <a:t>Enable end-to-end tracking of products through the supply chain for better visibility, traceability, and accountability.</a:t>
            </a:r>
          </a:p>
          <a:p>
            <a:pPr algn="just"/>
            <a:endParaRPr lang="en-US" dirty="0"/>
          </a:p>
          <a:p>
            <a:pPr algn="just"/>
            <a:r>
              <a:rPr lang="en-US" b="1" dirty="0"/>
              <a:t>Improve Quality Control:</a:t>
            </a:r>
          </a:p>
          <a:p>
            <a:pPr marL="0" indent="0" algn="just">
              <a:buNone/>
            </a:pPr>
            <a:r>
              <a:rPr lang="en-US" dirty="0"/>
              <a:t>Integrate sensors, scanners, and data collection tools to monitor and verify product quality at each stage of production.</a:t>
            </a:r>
            <a:endParaRPr lang="en-IN" dirty="0"/>
          </a:p>
        </p:txBody>
      </p:sp>
    </p:spTree>
    <p:extLst>
      <p:ext uri="{BB962C8B-B14F-4D97-AF65-F5344CB8AC3E}">
        <p14:creationId xmlns:p14="http://schemas.microsoft.com/office/powerpoint/2010/main" val="3271152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5B22B-974E-06AD-1AE5-DD10869CF12D}"/>
              </a:ext>
            </a:extLst>
          </p:cNvPr>
          <p:cNvSpPr>
            <a:spLocks noGrp="1"/>
          </p:cNvSpPr>
          <p:nvPr>
            <p:ph type="title"/>
          </p:nvPr>
        </p:nvSpPr>
        <p:spPr/>
        <p:txBody>
          <a:bodyPr/>
          <a:lstStyle/>
          <a:p>
            <a:pPr algn="ctr"/>
            <a:r>
              <a:rPr lang="en-US" b="1" dirty="0"/>
              <a:t>PROBLEM STATEMENT</a:t>
            </a:r>
            <a:endParaRPr lang="en-IN" b="1" dirty="0"/>
          </a:p>
        </p:txBody>
      </p:sp>
      <p:sp>
        <p:nvSpPr>
          <p:cNvPr id="3" name="Content Placeholder 2">
            <a:extLst>
              <a:ext uri="{FF2B5EF4-FFF2-40B4-BE49-F238E27FC236}">
                <a16:creationId xmlns:a16="http://schemas.microsoft.com/office/drawing/2014/main" id="{EAB9B7FF-46CA-19F4-1838-2B3150B71064}"/>
              </a:ext>
            </a:extLst>
          </p:cNvPr>
          <p:cNvSpPr>
            <a:spLocks noGrp="1"/>
          </p:cNvSpPr>
          <p:nvPr>
            <p:ph idx="1"/>
          </p:nvPr>
        </p:nvSpPr>
        <p:spPr/>
        <p:txBody>
          <a:bodyPr/>
          <a:lstStyle/>
          <a:p>
            <a:pPr algn="just"/>
            <a:r>
              <a:rPr lang="en-US" dirty="0"/>
              <a:t>In modern manufacturing and supply chain environments, ensuring product quality and traceability remains a critical challenge. Traditional labeling and tracking methods often involve manual data entry and disconnected systems, leading to issues such as mislabeling, data inconsistency, and limited visibility across the production process. These inefficiencies can result in quality control failures, costly product recalls, regulatory non-compliance, and reduced customer trust.</a:t>
            </a:r>
            <a:endParaRPr lang="en-IN" dirty="0"/>
          </a:p>
        </p:txBody>
      </p:sp>
    </p:spTree>
    <p:extLst>
      <p:ext uri="{BB962C8B-B14F-4D97-AF65-F5344CB8AC3E}">
        <p14:creationId xmlns:p14="http://schemas.microsoft.com/office/powerpoint/2010/main" val="1761961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5301E-66D3-CAB4-BBDF-F046BED786E4}"/>
              </a:ext>
            </a:extLst>
          </p:cNvPr>
          <p:cNvSpPr>
            <a:spLocks noGrp="1"/>
          </p:cNvSpPr>
          <p:nvPr>
            <p:ph type="title"/>
          </p:nvPr>
        </p:nvSpPr>
        <p:spPr>
          <a:xfrm>
            <a:off x="248194" y="182245"/>
            <a:ext cx="11782697" cy="797469"/>
          </a:xfrm>
        </p:spPr>
        <p:txBody>
          <a:bodyPr/>
          <a:lstStyle/>
          <a:p>
            <a:pPr algn="ctr"/>
            <a:r>
              <a:rPr lang="en-US" b="1" dirty="0"/>
              <a:t>FLOW DIAGRAM</a:t>
            </a:r>
            <a:endParaRPr lang="en-IN" b="1" dirty="0"/>
          </a:p>
        </p:txBody>
      </p:sp>
      <p:pic>
        <p:nvPicPr>
          <p:cNvPr id="7" name="Content Placeholder 6">
            <a:extLst>
              <a:ext uri="{FF2B5EF4-FFF2-40B4-BE49-F238E27FC236}">
                <a16:creationId xmlns:a16="http://schemas.microsoft.com/office/drawing/2014/main" id="{37C1BBE7-D321-B06B-22F2-770C46DC3E15}"/>
              </a:ext>
            </a:extLst>
          </p:cNvPr>
          <p:cNvPicPr>
            <a:picLocks noGrp="1" noChangeAspect="1"/>
          </p:cNvPicPr>
          <p:nvPr>
            <p:ph idx="1"/>
          </p:nvPr>
        </p:nvPicPr>
        <p:blipFill>
          <a:blip r:embed="rId2"/>
          <a:stretch>
            <a:fillRect/>
          </a:stretch>
        </p:blipFill>
        <p:spPr>
          <a:xfrm>
            <a:off x="3161211" y="1355698"/>
            <a:ext cx="5786846" cy="5394565"/>
          </a:xfrm>
        </p:spPr>
      </p:pic>
      <p:cxnSp>
        <p:nvCxnSpPr>
          <p:cNvPr id="9" name="Straight Arrow Connector 8">
            <a:extLst>
              <a:ext uri="{FF2B5EF4-FFF2-40B4-BE49-F238E27FC236}">
                <a16:creationId xmlns:a16="http://schemas.microsoft.com/office/drawing/2014/main" id="{376EE5F2-41D6-D6AC-C8F9-A7430EDCBB27}"/>
              </a:ext>
            </a:extLst>
          </p:cNvPr>
          <p:cNvCxnSpPr>
            <a:cxnSpLocks/>
          </p:cNvCxnSpPr>
          <p:nvPr/>
        </p:nvCxnSpPr>
        <p:spPr>
          <a:xfrm flipH="1">
            <a:off x="5395526" y="6387738"/>
            <a:ext cx="701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3748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02C18-6C3E-035F-7837-C4068EECD76E}"/>
              </a:ext>
            </a:extLst>
          </p:cNvPr>
          <p:cNvSpPr>
            <a:spLocks noGrp="1"/>
          </p:cNvSpPr>
          <p:nvPr>
            <p:ph type="title"/>
          </p:nvPr>
        </p:nvSpPr>
        <p:spPr/>
        <p:txBody>
          <a:bodyPr/>
          <a:lstStyle/>
          <a:p>
            <a:pPr algn="ctr"/>
            <a:r>
              <a:rPr lang="en-US" b="1" dirty="0"/>
              <a:t>ADVANTAGES</a:t>
            </a:r>
            <a:endParaRPr lang="en-IN" b="1" dirty="0"/>
          </a:p>
        </p:txBody>
      </p:sp>
      <p:sp>
        <p:nvSpPr>
          <p:cNvPr id="3" name="Content Placeholder 2">
            <a:extLst>
              <a:ext uri="{FF2B5EF4-FFF2-40B4-BE49-F238E27FC236}">
                <a16:creationId xmlns:a16="http://schemas.microsoft.com/office/drawing/2014/main" id="{B55F6FFD-FAA9-813E-BE10-3C5A780AFED1}"/>
              </a:ext>
            </a:extLst>
          </p:cNvPr>
          <p:cNvSpPr>
            <a:spLocks noGrp="1"/>
          </p:cNvSpPr>
          <p:nvPr>
            <p:ph idx="1"/>
          </p:nvPr>
        </p:nvSpPr>
        <p:spPr/>
        <p:txBody>
          <a:bodyPr/>
          <a:lstStyle/>
          <a:p>
            <a:r>
              <a:rPr lang="en-US" dirty="0"/>
              <a:t>Real-Time Quality Monitoring</a:t>
            </a:r>
          </a:p>
          <a:p>
            <a:r>
              <a:rPr lang="en-US" dirty="0"/>
              <a:t>Enhanced Traceability</a:t>
            </a:r>
          </a:p>
          <a:p>
            <a:r>
              <a:rPr lang="en-US" dirty="0"/>
              <a:t>Regulatory Compliance</a:t>
            </a:r>
          </a:p>
          <a:p>
            <a:r>
              <a:rPr lang="en-US" dirty="0"/>
              <a:t>Fater Recall Management</a:t>
            </a:r>
          </a:p>
          <a:p>
            <a:r>
              <a:rPr lang="en-US" dirty="0"/>
              <a:t>Improved Inventory and Supply Chain Management</a:t>
            </a:r>
            <a:endParaRPr lang="en-IN" dirty="0"/>
          </a:p>
        </p:txBody>
      </p:sp>
    </p:spTree>
    <p:extLst>
      <p:ext uri="{BB962C8B-B14F-4D97-AF65-F5344CB8AC3E}">
        <p14:creationId xmlns:p14="http://schemas.microsoft.com/office/powerpoint/2010/main" val="676432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930EB-450D-0BC1-B20E-BAB3DFA70DB7}"/>
              </a:ext>
            </a:extLst>
          </p:cNvPr>
          <p:cNvSpPr>
            <a:spLocks noGrp="1"/>
          </p:cNvSpPr>
          <p:nvPr>
            <p:ph type="title"/>
          </p:nvPr>
        </p:nvSpPr>
        <p:spPr/>
        <p:txBody>
          <a:bodyPr/>
          <a:lstStyle/>
          <a:p>
            <a:pPr algn="ctr"/>
            <a:r>
              <a:rPr lang="en-US" b="1" dirty="0"/>
              <a:t>APPLICATIONS</a:t>
            </a:r>
            <a:endParaRPr lang="en-IN" b="1" dirty="0"/>
          </a:p>
        </p:txBody>
      </p:sp>
      <p:sp>
        <p:nvSpPr>
          <p:cNvPr id="3" name="Content Placeholder 2">
            <a:extLst>
              <a:ext uri="{FF2B5EF4-FFF2-40B4-BE49-F238E27FC236}">
                <a16:creationId xmlns:a16="http://schemas.microsoft.com/office/drawing/2014/main" id="{67E50ECF-93CF-9272-0999-15FFA18AC17D}"/>
              </a:ext>
            </a:extLst>
          </p:cNvPr>
          <p:cNvSpPr>
            <a:spLocks noGrp="1"/>
          </p:cNvSpPr>
          <p:nvPr>
            <p:ph idx="1"/>
          </p:nvPr>
        </p:nvSpPr>
        <p:spPr/>
        <p:txBody>
          <a:bodyPr/>
          <a:lstStyle/>
          <a:p>
            <a:r>
              <a:rPr lang="en-US" dirty="0"/>
              <a:t>Pharmaceutical and Healthcare</a:t>
            </a:r>
          </a:p>
          <a:p>
            <a:r>
              <a:rPr lang="en-US" dirty="0"/>
              <a:t>Automotive Industry</a:t>
            </a:r>
          </a:p>
          <a:p>
            <a:r>
              <a:rPr lang="en-US" dirty="0"/>
              <a:t>Retail and E-commerce</a:t>
            </a:r>
          </a:p>
          <a:p>
            <a:r>
              <a:rPr lang="en-US" dirty="0"/>
              <a:t>Cosmetics and Personal Care</a:t>
            </a:r>
          </a:p>
          <a:p>
            <a:r>
              <a:rPr lang="en-US" dirty="0"/>
              <a:t>Electronics and High-Tech</a:t>
            </a:r>
            <a:endParaRPr lang="en-IN" dirty="0"/>
          </a:p>
        </p:txBody>
      </p:sp>
    </p:spTree>
    <p:extLst>
      <p:ext uri="{BB962C8B-B14F-4D97-AF65-F5344CB8AC3E}">
        <p14:creationId xmlns:p14="http://schemas.microsoft.com/office/powerpoint/2010/main" val="813514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BFF17-BD9C-8E03-43D4-440F57FAEC92}"/>
              </a:ext>
            </a:extLst>
          </p:cNvPr>
          <p:cNvSpPr>
            <a:spLocks noGrp="1"/>
          </p:cNvSpPr>
          <p:nvPr>
            <p:ph type="title"/>
          </p:nvPr>
        </p:nvSpPr>
        <p:spPr/>
        <p:txBody>
          <a:bodyPr/>
          <a:lstStyle/>
          <a:p>
            <a:pPr algn="ctr"/>
            <a:r>
              <a:rPr lang="en-US" b="1" dirty="0"/>
              <a:t>CONCLUSION</a:t>
            </a:r>
            <a:endParaRPr lang="en-IN" b="1" dirty="0"/>
          </a:p>
        </p:txBody>
      </p:sp>
      <p:sp>
        <p:nvSpPr>
          <p:cNvPr id="3" name="Content Placeholder 2">
            <a:extLst>
              <a:ext uri="{FF2B5EF4-FFF2-40B4-BE49-F238E27FC236}">
                <a16:creationId xmlns:a16="http://schemas.microsoft.com/office/drawing/2014/main" id="{707F2BA0-BC2C-E93C-53CE-11B622749999}"/>
              </a:ext>
            </a:extLst>
          </p:cNvPr>
          <p:cNvSpPr>
            <a:spLocks noGrp="1"/>
          </p:cNvSpPr>
          <p:nvPr>
            <p:ph idx="1"/>
          </p:nvPr>
        </p:nvSpPr>
        <p:spPr/>
        <p:txBody>
          <a:bodyPr/>
          <a:lstStyle/>
          <a:p>
            <a:pPr algn="just"/>
            <a:r>
              <a:rPr lang="en-US" dirty="0"/>
              <a:t>The implementation of a Smart Product Labelling and Traceability System marks a significant advancement in automating quality control and supply chain transparency. By integrating technologies like RFID, QR codes, IoT sensors, and cloud-based tracking, organizations can ensure accurate, real-time monitoring of products from raw materials to end users.</a:t>
            </a:r>
            <a:endParaRPr lang="en-IN" dirty="0"/>
          </a:p>
        </p:txBody>
      </p:sp>
    </p:spTree>
    <p:extLst>
      <p:ext uri="{BB962C8B-B14F-4D97-AF65-F5344CB8AC3E}">
        <p14:creationId xmlns:p14="http://schemas.microsoft.com/office/powerpoint/2010/main" val="63919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76F74-221B-1858-E196-6DE340E5334C}"/>
              </a:ext>
            </a:extLst>
          </p:cNvPr>
          <p:cNvSpPr>
            <a:spLocks noGrp="1"/>
          </p:cNvSpPr>
          <p:nvPr>
            <p:ph type="title"/>
          </p:nvPr>
        </p:nvSpPr>
        <p:spPr>
          <a:xfrm>
            <a:off x="838200" y="365125"/>
            <a:ext cx="10515600" cy="4903066"/>
          </a:xfrm>
        </p:spPr>
        <p:txBody>
          <a:bodyPr>
            <a:normAutofit/>
          </a:bodyPr>
          <a:lstStyle/>
          <a:p>
            <a:r>
              <a:rPr lang="en-US" sz="6000" b="1" dirty="0"/>
              <a:t>                  THANK YOU</a:t>
            </a:r>
            <a:endParaRPr lang="en-IN" sz="6000" b="1" dirty="0"/>
          </a:p>
        </p:txBody>
      </p:sp>
    </p:spTree>
    <p:extLst>
      <p:ext uri="{BB962C8B-B14F-4D97-AF65-F5344CB8AC3E}">
        <p14:creationId xmlns:p14="http://schemas.microsoft.com/office/powerpoint/2010/main" val="7821382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375</Words>
  <Application>Microsoft Office PowerPoint</Application>
  <PresentationFormat>Widescreen</PresentationFormat>
  <Paragraphs>43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         Smart Product Labeling and Traceability System for Quality  Control Automation </vt:lpstr>
      <vt:lpstr>INTRODUCTION</vt:lpstr>
      <vt:lpstr>OBJECTIVES</vt:lpstr>
      <vt:lpstr>PROBLEM STATEMENT</vt:lpstr>
      <vt:lpstr>FLOW DIAGRAM</vt:lpstr>
      <vt:lpstr>ADVANTAGES</vt:lpstr>
      <vt:lpstr>APPLICATIONS</vt:lpstr>
      <vt:lpstr>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Mack k</dc:creator>
  <cp:lastModifiedBy>Mack k</cp:lastModifiedBy>
  <cp:revision>4</cp:revision>
  <dcterms:created xsi:type="dcterms:W3CDTF">2025-07-12T06:22:54Z</dcterms:created>
  <dcterms:modified xsi:type="dcterms:W3CDTF">2025-07-12T07:02:48Z</dcterms:modified>
</cp:coreProperties>
</file>